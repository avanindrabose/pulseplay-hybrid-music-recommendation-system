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Play Hybrid Recommendation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recommender: frontend interaction, backend APIs, and hybrid ranking logic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88552" y="36576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88552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88552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PRODUCT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48102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84248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9" name="Image 0" descr="/home/claude/pp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587752"/>
            <a:ext cx="2245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880360"/>
            <a:ext cx="22457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Single-strategy recommenders can be too generic, too narrow, or weak for cold-start users and items.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3902" y="1783080"/>
            <a:ext cx="2648102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35070" y="1984248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4" name="Image 1" descr="/home/claude/pp_sol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42" y="2103120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5070" y="2587752"/>
            <a:ext cx="2245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35070" y="2880360"/>
            <a:ext cx="22457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engine blends behavioral (collaborative) signals with content similarity for more relevant, balanced results.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0605" y="1783080"/>
            <a:ext cx="2648102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11773" y="1984248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9" name="Image 2" descr="/home/claude/pp_architec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2103120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1773" y="2587752"/>
            <a:ext cx="2245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11773" y="2880360"/>
            <a:ext cx="22457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captures user actions and calls the backend API, which validates requests and runs the hybrid engine to rank results.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87307" y="1783080"/>
            <a:ext cx="2648102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88475" y="1984248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4" name="Image 3" descr="/home/claude/pp_aw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47" y="2103120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8475" y="2587752"/>
            <a:ext cx="2245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88475" y="2880360"/>
            <a:ext cx="22457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behind an Application Load Balancer (ALB), routing traffic across an Auto Scaling Group (ASG) of EC2 instances.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" y="416052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5800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PLAN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30" name="Image 4" descr="/home/claude/pp_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76402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52728" y="4636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Frontend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252728" y="4882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UI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3154680" y="4636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3456432" y="466344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35" name="Image 5" descr="/home/claude/pp_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764024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023360" y="4636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Request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023360" y="4882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select item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5925312" y="4636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1"/>
          <p:cNvSpPr/>
          <p:nvPr/>
        </p:nvSpPr>
        <p:spPr>
          <a:xfrm>
            <a:off x="6227064" y="466344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40" name="Image 6" descr="/home/claude/pp_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4764024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93992" y="4636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Response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6793992" y="4882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ranking runs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8695944" y="4636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35"/>
          <p:cNvSpPr/>
          <p:nvPr/>
        </p:nvSpPr>
        <p:spPr>
          <a:xfrm>
            <a:off x="8997696" y="466344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45" name="Image 7" descr="/home/claude/pp_li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4764024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564624" y="4636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9564624" y="4882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back in UI</a:t>
            </a:r>
            <a:endParaRPr lang="en-US" sz="950" dirty="0"/>
          </a:p>
        </p:txBody>
      </p:sp>
      <p:sp>
        <p:nvSpPr>
          <p:cNvPr id="48" name="Text 38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line:  Pulse Play demonstrates a complete full-stack ML product — not just an offline recommendation notebook.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2026-08-02T12:58:30Z</dcterms:created>
  <dcterms:modified xsi:type="dcterms:W3CDTF">2026-08-02T12:58:30Z</dcterms:modified>
</cp:coreProperties>
</file>